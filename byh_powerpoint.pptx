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9144000" cx="16256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6" roundtripDataSignature="AMtx7mgwuBaabSwiceZOIZLpf/8UiEuOr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dd88f26799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dd88f26799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dd88f26799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dd88f26799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d901f7e341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d901f7e341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://www.youtube.com/watch?v=bb0CbP6jJUk" TargetMode="External"/><Relationship Id="rId4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14916500" y="8872025"/>
            <a:ext cx="1339500" cy="272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12109100" y="5003400"/>
            <a:ext cx="4146900" cy="32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800">
                <a:solidFill>
                  <a:srgbClr val="F6B26B"/>
                </a:solidFill>
              </a:rPr>
              <a:t>David Martín Rafael Mendoza</a:t>
            </a:r>
            <a:endParaRPr b="1" sz="3800">
              <a:solidFill>
                <a:srgbClr val="F6B26B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800">
                <a:solidFill>
                  <a:srgbClr val="F6B26B"/>
                </a:solidFill>
              </a:rPr>
              <a:t>Pablo Cabello</a:t>
            </a:r>
            <a:endParaRPr b="1" sz="3800">
              <a:solidFill>
                <a:srgbClr val="F6B26B"/>
              </a:solidFill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0" y="0"/>
            <a:ext cx="1339500" cy="272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14916500" y="0"/>
            <a:ext cx="1339500" cy="272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/>
          <p:nvPr/>
        </p:nvSpPr>
        <p:spPr>
          <a:xfrm>
            <a:off x="0" y="8872025"/>
            <a:ext cx="1339500" cy="272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792300" y="2682213"/>
            <a:ext cx="3779700" cy="37797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dk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" name="Google Shape;90;p1" title="ChatGPT Image 6 may 2026, 00_39_2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8475" y="2580300"/>
            <a:ext cx="4146900" cy="414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"/>
          <p:cNvSpPr/>
          <p:nvPr/>
        </p:nvSpPr>
        <p:spPr>
          <a:xfrm>
            <a:off x="14986775" y="8825125"/>
            <a:ext cx="1269300" cy="318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6" name="Google Shape;96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846100" y="0"/>
            <a:ext cx="1409900" cy="2114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g3dd88f26799_0_7" title="ChatGPT Image 6 may 2026, 01_18_5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5777" y="152400"/>
            <a:ext cx="15705786" cy="8839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"/>
          <p:cNvSpPr/>
          <p:nvPr/>
        </p:nvSpPr>
        <p:spPr>
          <a:xfrm>
            <a:off x="14916510" y="8871896"/>
            <a:ext cx="1339500" cy="272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7" name="Google Shape;107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916500" y="0"/>
            <a:ext cx="1339500" cy="2009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"/>
          <p:cNvSpPr/>
          <p:nvPr/>
        </p:nvSpPr>
        <p:spPr>
          <a:xfrm>
            <a:off x="14916450" y="8731350"/>
            <a:ext cx="1339500" cy="412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3" name="Google Shape;113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412300" y="6378675"/>
            <a:ext cx="1843651" cy="2765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412350" y="0"/>
            <a:ext cx="1843651" cy="2765476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8"/>
          <p:cNvSpPr/>
          <p:nvPr/>
        </p:nvSpPr>
        <p:spPr>
          <a:xfrm>
            <a:off x="14916450" y="8731350"/>
            <a:ext cx="1339500" cy="412800"/>
          </a:xfrm>
          <a:prstGeom prst="rect">
            <a:avLst/>
          </a:prstGeom>
          <a:solidFill>
            <a:srgbClr val="E0E3E8"/>
          </a:solidFill>
          <a:ln cap="flat" cmpd="sng" w="9525">
            <a:solidFill>
              <a:srgbClr val="E0E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g3dd88f26799_0_16" title="experiencia usuario byh.png"/>
          <p:cNvPicPr preferRelativeResize="0"/>
          <p:nvPr/>
        </p:nvPicPr>
        <p:blipFill rotWithShape="1">
          <a:blip r:embed="rId3">
            <a:alphaModFix/>
          </a:blip>
          <a:srcRect b="5518" l="0" r="0" t="0"/>
          <a:stretch/>
        </p:blipFill>
        <p:spPr>
          <a:xfrm>
            <a:off x="0" y="0"/>
            <a:ext cx="16255999" cy="914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g3dd88f26799_0_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823425" y="0"/>
            <a:ext cx="1432576" cy="2148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412350" y="0"/>
            <a:ext cx="1843651" cy="2765476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1"/>
          <p:cNvSpPr/>
          <p:nvPr/>
        </p:nvSpPr>
        <p:spPr>
          <a:xfrm>
            <a:off x="14916450" y="8731350"/>
            <a:ext cx="1339500" cy="412800"/>
          </a:xfrm>
          <a:prstGeom prst="rect">
            <a:avLst/>
          </a:prstGeom>
          <a:solidFill>
            <a:srgbClr val="E7ECF0"/>
          </a:solidFill>
          <a:ln cap="flat" cmpd="sng" w="9525">
            <a:solidFill>
              <a:srgbClr val="E0E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018000" y="1040875"/>
            <a:ext cx="1275574" cy="1913349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2"/>
          <p:cNvSpPr/>
          <p:nvPr/>
        </p:nvSpPr>
        <p:spPr>
          <a:xfrm>
            <a:off x="14963350" y="8895254"/>
            <a:ext cx="1175400" cy="225300"/>
          </a:xfrm>
          <a:prstGeom prst="rect">
            <a:avLst/>
          </a:prstGeom>
          <a:solidFill>
            <a:srgbClr val="8D6B4F"/>
          </a:solidFill>
          <a:ln cap="flat" cmpd="sng" w="9525">
            <a:solidFill>
              <a:srgbClr val="8D6B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YH - Build your home &#10;Video tutorial del manejo de la página web.&#10;Para cualquier tipo de usuarios." id="142" name="Google Shape;142;g3d901f7e341_0_3" title="BYH - Build your home!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6975" y="122050"/>
            <a:ext cx="15822050" cy="889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